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782A1-5D4A-D22D-684D-788156AD5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702C6B-3DAC-43F1-7610-F57EE5B7FF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148BE-C32F-57CE-6981-8C46CCDCF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92FA4-52D2-4F28-A46D-195B31577D40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BDBA4-3990-1344-D929-25BC52D62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ADB5C-80F2-1138-152E-376189222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B97AC-6711-453D-AD38-A0780B5BF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010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19A12-77E9-A6C4-3CD1-F06191A41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DA088-4AC2-010D-C182-994C2A021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22A66-7DE1-01DC-4999-39038635F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92FA4-52D2-4F28-A46D-195B31577D40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4C84A-1D23-11C9-DFB5-0C71733C6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C2E98-B132-21BA-2043-1011C964C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B97AC-6711-453D-AD38-A0780B5BF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853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CA4C6-AA3E-680A-7912-6FFC8E55E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A1DDDF-BBDF-73BF-C324-57F00ED2A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D9848-B3F0-3D7F-4F0B-5BF3DC77A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92FA4-52D2-4F28-A46D-195B31577D40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53A76-D953-0B33-9208-197488040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47553-CE46-5C5E-3CCB-63F460EC9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B97AC-6711-453D-AD38-A0780B5BF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1305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FA6A6-9668-0181-CB43-F00B7E990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DDF4B-AB60-93F6-6471-E1278F247E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079604-D6B5-1DCA-1726-A28863E23A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EE840-4DD7-DE87-A268-21A46E00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92FA4-52D2-4F28-A46D-195B31577D40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F9F999-710D-4B18-1117-1F923669E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98DD29-BAEC-67BF-86D5-0B89BCC21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B97AC-6711-453D-AD38-A0780B5BF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507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44D02-0A26-324D-B5A7-C7C954AE5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0008CE-B830-25AE-F038-DCC4229AB7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201917-ED18-225B-8A34-F4774543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9CB454-6730-A9C5-527C-23192878C8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9DAF98-76E7-52D9-7C95-EC1CBC3F51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094C0B-24E8-A7E0-5578-47DB2B906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92FA4-52D2-4F28-A46D-195B31577D40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D55A31-2525-4966-9E28-71537F61A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9502EC-65E8-D902-BA77-8A24553DB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B97AC-6711-453D-AD38-A0780B5BF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5174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02A35-D07D-0886-4DA9-349786DA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BEC8AB-6063-DF2D-F78B-3E11973A8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92FA4-52D2-4F28-A46D-195B31577D40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8B9EF9-DE7B-074E-CFEB-6B587B1EE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6CD064-76FA-1DCF-5869-E9974CD08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B97AC-6711-453D-AD38-A0780B5BF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711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D8F5A5-14FC-295C-5DB8-F363663E2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92FA4-52D2-4F28-A46D-195B31577D40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6F9671-49B4-40BA-12E8-739862DB3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8D821-169E-0C92-AA42-D8CB24704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B97AC-6711-453D-AD38-A0780B5BF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3588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EB5D0-C8C8-F66B-5746-42BAADEC2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6A838-6C11-C734-344D-C6E67C7AB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2E965A-0B8D-22FD-78A6-1350FB078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66A931-449D-470C-F2D4-D6FB05BA7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92FA4-52D2-4F28-A46D-195B31577D40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31D7D-E2FB-F097-58E1-5AE57577E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C6950E-FA30-83DD-4749-67E8494C8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B97AC-6711-453D-AD38-A0780B5BF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3956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DDD6C-432C-1A1A-4A48-B5946D106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974B86-93E4-A1AD-FD0F-C11AC5757F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B2E090-C653-6D33-1C2E-E40509F7A8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D64DAB-31BB-D531-9622-1A294BF43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92FA4-52D2-4F28-A46D-195B31577D40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AC39DD-AF04-4A4A-5A06-0A5C370EC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1557C4-B218-B454-CB38-FAC79DDE7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B97AC-6711-453D-AD38-A0780B5BF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938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5851A-F56E-15C0-C76C-531818CAE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3988A7-93B0-D9F6-7647-6CECF17CF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0F9AA-6727-77CF-FF03-C1C84F804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92FA4-52D2-4F28-A46D-195B31577D40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4F242-D7CE-812C-19D8-F27DDF2D7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25DCA-7BFB-F250-1483-2399FDDFA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B97AC-6711-453D-AD38-A0780B5BF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932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47BEAF-FB8D-2FD5-5442-D54ADE685E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17E99C-0E3D-30CD-D75D-A9992D8F78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ED937-CFAC-5E64-CD26-4A9D1D016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92FA4-52D2-4F28-A46D-195B31577D40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6436C-F4B0-0CFD-3208-A6623964A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9A14C-7717-978C-DA2C-A1006916C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B97AC-6711-453D-AD38-A0780B5BF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996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945D97-DB0E-5129-6D9A-6EDCCC5D7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5F02AD-02BF-8988-498C-418D5D8D86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0C01C-E9D3-0687-D803-597B35A76A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92FA4-52D2-4F28-A46D-195B31577D40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37FFD-D807-39E2-23BC-822381F735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89B25-41AD-3CB1-611A-1882623922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CB97AC-6711-453D-AD38-A0780B5BF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660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71B93-CD0D-7C75-7275-377CE17861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Lamdba</a:t>
            </a:r>
            <a:r>
              <a:rPr lang="en-US" dirty="0"/>
              <a:t> in Action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CA501B-2417-20ED-87D8-9927F5CCA1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222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4EC1F-A681-201A-E688-BEBE594C1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2C344-4825-759D-85F6-ADD6BDC36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8B6019-982A-B766-0B72-F7D2D24FC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4"/>
            <a:ext cx="5630061" cy="43513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6DA77E-DE84-8CEF-D755-BFCE623DA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393" y="1825624"/>
            <a:ext cx="4686954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57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C83D7-196D-6C1A-21EF-B51E2CA4C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9A84F-F79F-AED7-65E4-849B279F2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978788-A570-EFAC-5164-67BC1573B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4"/>
            <a:ext cx="10515601" cy="448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838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2F511-5DA8-BA64-779D-AD21D7C4A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9DCBD-8D21-4F07-9632-FD5D4BACF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FC30EB-F590-A6FC-17CF-A613A3545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4"/>
            <a:ext cx="10515600" cy="4761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397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</Words>
  <Application>Microsoft Office PowerPoint</Application>
  <PresentationFormat>Widescreen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Lamdba in Action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raghu prasad konandur</dc:creator>
  <cp:lastModifiedBy>raghu prasad konandur</cp:lastModifiedBy>
  <cp:revision>3</cp:revision>
  <dcterms:created xsi:type="dcterms:W3CDTF">2026-05-25T13:35:59Z</dcterms:created>
  <dcterms:modified xsi:type="dcterms:W3CDTF">2026-05-25T13:39:16Z</dcterms:modified>
</cp:coreProperties>
</file>